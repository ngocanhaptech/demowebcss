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CA00"/>
    <a:srgbClr val="666699"/>
    <a:srgbClr val="9A9ABC"/>
    <a:srgbClr val="9A33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240"/>
    <p:restoredTop sz="94719"/>
  </p:normalViewPr>
  <p:slideViewPr>
    <p:cSldViewPr snapToGrid="0" snapToObjects="1">
      <p:cViewPr varScale="1">
        <p:scale>
          <a:sx n="152" d="100"/>
          <a:sy n="152" d="100"/>
        </p:scale>
        <p:origin x="6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5B1C-F075-204A-5937-3ECE459B3F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0EF481-B69B-959D-9D8F-63E0AF8664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ED7E7-3893-4826-2376-06535A5D8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DB1E5-02AA-37FE-B742-5CF9AC3712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C7760-27F0-5344-03D7-F705FAB16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37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61173D-C6A0-C4A9-7DBE-000D8B830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01CC5-249C-8E28-1005-D6605769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FCB56F-F0FF-9DED-E244-D3DD9960A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ABE3FD-C2E3-5F2B-76BA-08645CB83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390D31-2AE2-7813-542A-3A750D047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88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03F63-BE61-AA14-DC08-4CF8E41D2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4DE83B-32F0-F3F3-E681-90FCBD9A2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B656F7-D8C4-FF05-128F-90F57A28C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6C84D-A2CC-C334-6378-557509617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97480-31CD-2E01-4A86-D83F3DC8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28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D4AB6C-310C-283F-DCEC-6CDA163FF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9076D1-8F4F-3E3D-0CCF-61A8002F1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21C644-6B8E-7B21-BDE8-8266965FA9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1D07C0-291C-E024-B501-8F017050E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796E6D-D0CB-A0EB-3446-DFA71933F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94712-922D-3684-1D2D-D168C3690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025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3631F-0DE7-B13D-D491-28FA06C41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326EC-6D5D-501B-DE2B-6FF62E9D63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2121BF-E036-90CD-4C00-D20D59879B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BF1F32-023F-1C70-4244-F214A1474D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533BDD-44C6-3442-A086-40C6B33FC3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A90B3E-9A4F-113C-F06D-0FDCDB664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D07C50-2D66-BBC2-89C8-77667CBEC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3FEAA1-C2DC-CD13-3C3D-8D81F2AF6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141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C1CA9-644C-A1E8-4298-1F3C580B6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EE570-D944-B02A-A081-D067191F59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BB7A-4C1F-86BB-B3AD-8BBD054D4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0C9E96-29F4-62DE-6005-1664825E6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115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A36B2-0AAA-6638-F844-113B0EFA0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B551F2-29A2-867D-B4FF-451C5993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2B92DC-52C4-7898-E4F2-915ED3E7E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6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35F55-4D7D-3C48-2180-407B3B160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C824C-3E11-F027-A14C-4ACD0D209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72645-0CB3-A02F-5AE9-569C3A56E7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617624-8A5A-87D4-33DD-AE6FEDF7B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7F1B4-C43F-879F-E1F4-460E820A7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0669E-EF84-F48B-0EF1-26F9196B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08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9C48F3-C695-3E23-62C6-3DCF282AE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A80B5A-21D1-D7B8-5F83-E6CA3F40BB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F32839-14F2-E8F7-550E-36D5BEAFB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22BEB1-EF98-7237-B958-95FBE2A06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F040F-30EA-AD5E-F9B9-EE4E684D7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DEB8A1-395F-72A9-9406-A8FD52EEC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485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79914-80BB-65A8-16A9-F307AA79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FF684-EDF9-92FB-54D4-C7BE0F8CC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2C57D9-564E-225E-0040-892FCF121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3C0E8-6196-B079-8733-EC3CE9EA9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74C05-5194-9BFE-B9D5-EF868809C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75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A95B5A-1895-56E0-D6D7-0DB7EFBA0E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F7C343-58F1-3887-D4DC-9C38824E38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EBC98-98DD-4C77-E6DC-2586CB8C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99C536-EC5D-1DF5-0B49-5584027F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9E612E-B0DC-DB45-3CD3-B2C636CAE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70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C0D3DF-EC35-CC14-EAF1-A0DE8BDE5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BDD2B4-56D9-23BB-CB08-9CD83DD4D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26580-0E67-F4D6-6FB5-8707C3B4C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CDD2B-02F6-FD41-9579-68DD8AD7DD44}" type="datetimeFigureOut">
              <a:rPr lang="en-US" smtClean="0"/>
              <a:t>3/15/26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1166F1-E621-14E1-AF80-A040C27183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6B59A9-8116-E3A5-DA3B-1A6525C894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2CA71C-E4E4-AC43-8E61-E507698F7D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36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C1AB385-CE3A-B036-CABB-9535AF1D1DAA}"/>
              </a:ext>
            </a:extLst>
          </p:cNvPr>
          <p:cNvSpPr/>
          <p:nvPr/>
        </p:nvSpPr>
        <p:spPr>
          <a:xfrm>
            <a:off x="7751117" y="1915168"/>
            <a:ext cx="3276000" cy="3276000"/>
          </a:xfrm>
          <a:prstGeom prst="roundRect">
            <a:avLst>
              <a:gd name="adj" fmla="val 6592"/>
            </a:avLst>
          </a:prstGeom>
          <a:solidFill>
            <a:srgbClr val="FFFFCC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74F9D85-11F9-A94E-56B8-68E348838131}"/>
              </a:ext>
            </a:extLst>
          </p:cNvPr>
          <p:cNvSpPr/>
          <p:nvPr/>
        </p:nvSpPr>
        <p:spPr>
          <a:xfrm>
            <a:off x="3554387" y="1915168"/>
            <a:ext cx="3276000" cy="1548000"/>
          </a:xfrm>
          <a:prstGeom prst="roundRect">
            <a:avLst>
              <a:gd name="adj" fmla="val 13616"/>
            </a:avLst>
          </a:prstGeom>
          <a:solidFill>
            <a:srgbClr val="FFFFCC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CAFA58A-412E-FA12-DF38-51AC9598E44E}"/>
              </a:ext>
            </a:extLst>
          </p:cNvPr>
          <p:cNvSpPr/>
          <p:nvPr/>
        </p:nvSpPr>
        <p:spPr>
          <a:xfrm>
            <a:off x="1102435" y="1915168"/>
            <a:ext cx="1548000" cy="1548000"/>
          </a:xfrm>
          <a:prstGeom prst="roundRect">
            <a:avLst>
              <a:gd name="adj" fmla="val 15468"/>
            </a:avLst>
          </a:prstGeom>
          <a:solidFill>
            <a:srgbClr val="FFFFCC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A221B59-1A67-E9BD-22FE-488562223D0B}"/>
              </a:ext>
            </a:extLst>
          </p:cNvPr>
          <p:cNvSpPr txBox="1"/>
          <p:nvPr/>
        </p:nvSpPr>
        <p:spPr>
          <a:xfrm>
            <a:off x="1102435" y="1308100"/>
            <a:ext cx="15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Small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4A6CC59-84E6-5532-D75E-3A241FCB7E88}"/>
              </a:ext>
            </a:extLst>
          </p:cNvPr>
          <p:cNvSpPr txBox="1"/>
          <p:nvPr/>
        </p:nvSpPr>
        <p:spPr>
          <a:xfrm>
            <a:off x="3562776" y="1308100"/>
            <a:ext cx="15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Medium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772ACFD-A020-CBEF-318F-773FDBAFD15D}"/>
              </a:ext>
            </a:extLst>
          </p:cNvPr>
          <p:cNvSpPr txBox="1"/>
          <p:nvPr/>
        </p:nvSpPr>
        <p:spPr>
          <a:xfrm>
            <a:off x="7751117" y="1297500"/>
            <a:ext cx="154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rPr>
              <a:t>Large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85E79B-68FC-FAF7-BBA4-6BDC27978639}"/>
              </a:ext>
            </a:extLst>
          </p:cNvPr>
          <p:cNvSpPr txBox="1"/>
          <p:nvPr/>
        </p:nvSpPr>
        <p:spPr>
          <a:xfrm>
            <a:off x="805342" y="3967993"/>
            <a:ext cx="23321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600" b="1" dirty="0">
                <a:solidFill>
                  <a:srgbClr val="9A3300"/>
                </a:solidFill>
                <a:latin typeface="Helvetica" pitchFamily="2" charset="0"/>
              </a:rPr>
              <a:t>Header title helvetica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B49160-C947-3D92-BDA5-F41C226C68DC}"/>
              </a:ext>
            </a:extLst>
          </p:cNvPr>
          <p:cNvSpPr txBox="1"/>
          <p:nvPr/>
        </p:nvSpPr>
        <p:spPr>
          <a:xfrm>
            <a:off x="805342" y="4315078"/>
            <a:ext cx="2223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Content body text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B91B65-1CB7-F530-2208-28C6F3C6B5E1}"/>
              </a:ext>
            </a:extLst>
          </p:cNvPr>
          <p:cNvSpPr txBox="1"/>
          <p:nvPr/>
        </p:nvSpPr>
        <p:spPr>
          <a:xfrm>
            <a:off x="805341" y="4691313"/>
            <a:ext cx="2223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2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Content body 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32C475-F2C3-7FCB-92CB-869B5E4CF55E}"/>
              </a:ext>
            </a:extLst>
          </p:cNvPr>
          <p:cNvSpPr txBox="1"/>
          <p:nvPr/>
        </p:nvSpPr>
        <p:spPr>
          <a:xfrm>
            <a:off x="805340" y="5052668"/>
            <a:ext cx="22230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200" dirty="0">
                <a:solidFill>
                  <a:srgbClr val="9A9ABC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Content body text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A546F4-90C2-20DD-E2BA-78ECFEB434AB}"/>
              </a:ext>
            </a:extLst>
          </p:cNvPr>
          <p:cNvSpPr txBox="1"/>
          <p:nvPr/>
        </p:nvSpPr>
        <p:spPr>
          <a:xfrm>
            <a:off x="1164883" y="2059146"/>
            <a:ext cx="12737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Current balance</a:t>
            </a:r>
            <a:endParaRPr lang="en-VN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B3D49B-E9EE-00C6-4434-CC0E2F170D59}"/>
              </a:ext>
            </a:extLst>
          </p:cNvPr>
          <p:cNvSpPr txBox="1"/>
          <p:nvPr/>
        </p:nvSpPr>
        <p:spPr>
          <a:xfrm>
            <a:off x="1164884" y="2254276"/>
            <a:ext cx="146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200" b="1" dirty="0">
                <a:solidFill>
                  <a:srgbClr val="9A3300"/>
                </a:solidFill>
                <a:latin typeface="Helvetica" pitchFamily="2" charset="0"/>
              </a:rPr>
              <a:t>$</a:t>
            </a:r>
            <a:r>
              <a:rPr lang="en-VN" sz="2400" b="1" dirty="0">
                <a:solidFill>
                  <a:srgbClr val="9A3300"/>
                </a:solidFill>
                <a:latin typeface="Helvetica" pitchFamily="2" charset="0"/>
              </a:rPr>
              <a:t>188.00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2EF99B-B41C-462D-5B52-75AF699982FF}"/>
              </a:ext>
            </a:extLst>
          </p:cNvPr>
          <p:cNvSpPr txBox="1"/>
          <p:nvPr/>
        </p:nvSpPr>
        <p:spPr>
          <a:xfrm>
            <a:off x="5098479" y="2298958"/>
            <a:ext cx="170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Transaction history a…</a:t>
            </a:r>
          </a:p>
          <a:p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03/14/2026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9A81B50-C61C-8D79-607C-2D6DBA64A5F2}"/>
              </a:ext>
            </a:extLst>
          </p:cNvPr>
          <p:cNvSpPr txBox="1"/>
          <p:nvPr/>
        </p:nvSpPr>
        <p:spPr>
          <a:xfrm>
            <a:off x="805340" y="5414023"/>
            <a:ext cx="1468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….   03/14/2026</a:t>
            </a:r>
            <a:endParaRPr lang="en-VN" sz="8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FD543D-587A-3EC8-14E9-170B0E2DD6AF}"/>
              </a:ext>
            </a:extLst>
          </p:cNvPr>
          <p:cNvCxnSpPr>
            <a:cxnSpLocks/>
          </p:cNvCxnSpPr>
          <p:nvPr/>
        </p:nvCxnSpPr>
        <p:spPr>
          <a:xfrm>
            <a:off x="1133894" y="2772057"/>
            <a:ext cx="14792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7AC018E-F9DF-BDE2-3D07-7CD67B5263BD}"/>
              </a:ext>
            </a:extLst>
          </p:cNvPr>
          <p:cNvSpPr txBox="1"/>
          <p:nvPr/>
        </p:nvSpPr>
        <p:spPr>
          <a:xfrm>
            <a:off x="1133894" y="2979662"/>
            <a:ext cx="1468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….   </a:t>
            </a:r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03/13/2026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95C9A26-83A9-19D4-40C6-51FD9C3C2EE0}"/>
              </a:ext>
            </a:extLst>
          </p:cNvPr>
          <p:cNvCxnSpPr>
            <a:cxnSpLocks/>
          </p:cNvCxnSpPr>
          <p:nvPr/>
        </p:nvCxnSpPr>
        <p:spPr>
          <a:xfrm>
            <a:off x="1102435" y="2991569"/>
            <a:ext cx="15312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CBEE6E3-D434-DB8F-7A19-41D4DA5D9A8E}"/>
              </a:ext>
            </a:extLst>
          </p:cNvPr>
          <p:cNvCxnSpPr>
            <a:cxnSpLocks/>
          </p:cNvCxnSpPr>
          <p:nvPr/>
        </p:nvCxnSpPr>
        <p:spPr>
          <a:xfrm>
            <a:off x="1102435" y="3202692"/>
            <a:ext cx="151071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AF5E6CDE-F7DF-DD4C-E779-AEF1E3C0DE50}"/>
              </a:ext>
            </a:extLst>
          </p:cNvPr>
          <p:cNvSpPr txBox="1"/>
          <p:nvPr/>
        </p:nvSpPr>
        <p:spPr>
          <a:xfrm>
            <a:off x="1144380" y="2760150"/>
            <a:ext cx="1468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….   </a:t>
            </a:r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03/14/2026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252522C-01F7-AE3D-8317-30167B544808}"/>
              </a:ext>
            </a:extLst>
          </p:cNvPr>
          <p:cNvSpPr txBox="1"/>
          <p:nvPr/>
        </p:nvSpPr>
        <p:spPr>
          <a:xfrm>
            <a:off x="1144380" y="3203495"/>
            <a:ext cx="146877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</a:t>
            </a:r>
            <a:r>
              <a:rPr lang="en-US" sz="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….   </a:t>
            </a:r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03/12/2026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CD518F1-A882-783F-7A33-4CCD2B9F6982}"/>
              </a:ext>
            </a:extLst>
          </p:cNvPr>
          <p:cNvSpPr txBox="1"/>
          <p:nvPr/>
        </p:nvSpPr>
        <p:spPr>
          <a:xfrm>
            <a:off x="3657383" y="2141287"/>
            <a:ext cx="127372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Current balance</a:t>
            </a:r>
            <a:endParaRPr lang="en-VN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F834F2-04A6-57CC-D5E0-0E55E44A4D78}"/>
              </a:ext>
            </a:extLst>
          </p:cNvPr>
          <p:cNvSpPr txBox="1"/>
          <p:nvPr/>
        </p:nvSpPr>
        <p:spPr>
          <a:xfrm>
            <a:off x="3657384" y="2336417"/>
            <a:ext cx="14687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VN" sz="1200" b="1" dirty="0">
                <a:solidFill>
                  <a:srgbClr val="9A3300"/>
                </a:solidFill>
                <a:latin typeface="Helvetica" pitchFamily="2" charset="0"/>
              </a:rPr>
              <a:t>$</a:t>
            </a:r>
            <a:r>
              <a:rPr lang="en-VN" sz="2400" b="1" dirty="0">
                <a:solidFill>
                  <a:srgbClr val="9A3300"/>
                </a:solidFill>
                <a:latin typeface="Helvetica" pitchFamily="2" charset="0"/>
              </a:rPr>
              <a:t>188.00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E9AD8E0-98A4-91EE-EA30-74F0020EAEAA}"/>
              </a:ext>
            </a:extLst>
          </p:cNvPr>
          <p:cNvSpPr txBox="1"/>
          <p:nvPr/>
        </p:nvSpPr>
        <p:spPr>
          <a:xfrm>
            <a:off x="5098479" y="2669397"/>
            <a:ext cx="170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Transaction history a…</a:t>
            </a:r>
          </a:p>
          <a:p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03/14/2026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7325F2B-B2D9-F37D-2389-ABD39114244E}"/>
              </a:ext>
            </a:extLst>
          </p:cNvPr>
          <p:cNvSpPr txBox="1"/>
          <p:nvPr/>
        </p:nvSpPr>
        <p:spPr>
          <a:xfrm>
            <a:off x="5098479" y="3041893"/>
            <a:ext cx="17022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Transaction history a…</a:t>
            </a:r>
          </a:p>
          <a:p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03/14/2026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A2E6124-9FB3-C295-948F-1D78E4B2050A}"/>
              </a:ext>
            </a:extLst>
          </p:cNvPr>
          <p:cNvSpPr txBox="1"/>
          <p:nvPr/>
        </p:nvSpPr>
        <p:spPr>
          <a:xfrm>
            <a:off x="7860173" y="2681714"/>
            <a:ext cx="304520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Current balance</a:t>
            </a:r>
            <a:endParaRPr lang="en-VN" sz="1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B0674E5-3AFC-6E03-EE2C-AE71340DC3CE}"/>
              </a:ext>
            </a:extLst>
          </p:cNvPr>
          <p:cNvSpPr txBox="1"/>
          <p:nvPr/>
        </p:nvSpPr>
        <p:spPr>
          <a:xfrm>
            <a:off x="7860173" y="2876844"/>
            <a:ext cx="30452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VN" sz="1400" b="1" dirty="0">
                <a:solidFill>
                  <a:srgbClr val="9A3300"/>
                </a:solidFill>
                <a:latin typeface="Helvetica" pitchFamily="2" charset="0"/>
              </a:rPr>
              <a:t>$</a:t>
            </a:r>
            <a:r>
              <a:rPr lang="en-VN" sz="3600" b="1" dirty="0">
                <a:solidFill>
                  <a:srgbClr val="9A3300"/>
                </a:solidFill>
                <a:latin typeface="Helvetica" pitchFamily="2" charset="0"/>
              </a:rPr>
              <a:t>188.00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AE6F06C-5A34-3A47-F460-B64C3268428D}"/>
              </a:ext>
            </a:extLst>
          </p:cNvPr>
          <p:cNvSpPr txBox="1"/>
          <p:nvPr/>
        </p:nvSpPr>
        <p:spPr>
          <a:xfrm>
            <a:off x="7860173" y="4183436"/>
            <a:ext cx="30452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Transaction history about …	         </a:t>
            </a:r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03/14/2026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910691D1-C213-0907-4213-C47427CC9F8E}"/>
              </a:ext>
            </a:extLst>
          </p:cNvPr>
          <p:cNvSpPr txBox="1"/>
          <p:nvPr/>
        </p:nvSpPr>
        <p:spPr>
          <a:xfrm>
            <a:off x="7860172" y="4454307"/>
            <a:ext cx="30452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Transaction history about …	         </a:t>
            </a:r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03/14/2026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76D12E-2F24-6602-1333-7BD1736E9C4E}"/>
              </a:ext>
            </a:extLst>
          </p:cNvPr>
          <p:cNvSpPr txBox="1"/>
          <p:nvPr/>
        </p:nvSpPr>
        <p:spPr>
          <a:xfrm>
            <a:off x="7864364" y="4725178"/>
            <a:ext cx="304520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Transaction history about …	         </a:t>
            </a:r>
            <a:r>
              <a:rPr lang="en-US" sz="800" dirty="0">
                <a:solidFill>
                  <a:srgbClr val="666699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03/14/2026</a:t>
            </a:r>
            <a:endParaRPr lang="en-VN" sz="800" dirty="0">
              <a:solidFill>
                <a:srgbClr val="666699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44688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2BE31-7EA0-B0EF-3343-48024F2E1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BFB52-4AFC-8558-0324-6F7F631FAD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V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B41873-6AAE-4586-553F-E4C51F997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247"/>
            <a:ext cx="12192000" cy="6333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660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75</Words>
  <Application>Microsoft Macintosh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Helvetica Neue</vt:lpstr>
      <vt:lpstr>Verdana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 Smailes</dc:creator>
  <cp:lastModifiedBy>Microsoft Office User</cp:lastModifiedBy>
  <cp:revision>11</cp:revision>
  <cp:lastPrinted>2022-07-31T17:07:11Z</cp:lastPrinted>
  <dcterms:created xsi:type="dcterms:W3CDTF">2022-07-31T14:49:40Z</dcterms:created>
  <dcterms:modified xsi:type="dcterms:W3CDTF">2026-03-14T22:17:34Z</dcterms:modified>
</cp:coreProperties>
</file>